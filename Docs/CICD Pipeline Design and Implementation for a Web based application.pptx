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Deep-Dive: testGit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analysis, CI/CD status, AWS deployment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Flask-based microservice serving static mascot data.</a:t>
            </a:r>
          </a:p>
          <a:p>
            <a:pPr/>
            <a:r>
              <a:t>Includes tests, Dockerfile, Makefile, and GitHub workflows.</a:t>
            </a:r>
          </a:p>
          <a:p>
            <a:pPr/>
            <a:r>
              <a:t>Good for CI/CD learning; needs modernization for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Core: app.py, data.json, requirements.txt, Dockerfile, Makefile.</a:t>
            </a:r>
          </a:p>
          <a:p>
            <a:pPr/>
            <a:r>
              <a:t>Tests: test_app.py, test_cyclones.py.</a:t>
            </a:r>
          </a:p>
          <a:p>
            <a:pPr/>
            <a:r>
              <a:t>Workflows: pipeline.yml, gcloud.txt, aws-cd.yml.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Flask app with in-memory data loaded at startup.</a:t>
            </a:r>
          </a:p>
          <a:p>
            <a:pPr/>
            <a:r>
              <a:t>Read-only API model with custom JSON 404 handler.</a:t>
            </a:r>
          </a:p>
          <a:p>
            <a:pPr/>
            <a:r>
              <a:t>No database or external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GET / -&gt; full mascot collection (200).</a:t>
            </a:r>
          </a:p>
          <a:p>
            <a:pPr/>
            <a:r>
              <a:t>GET /&lt;guid&gt; -&gt; mascot by GUID (200) or not found (404).</a:t>
            </a:r>
          </a:p>
          <a:p>
            <a:pPr/>
            <a:r>
              <a:t>Error responses use JSON payload.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Source: data.json with 10 records.</a:t>
            </a:r>
          </a:p>
          <a:p>
            <a:pPr/>
            <a:r>
              <a:t>Fields: guid, school, mascot, nickname, location, optional latlong.</a:t>
            </a:r>
          </a:p>
          <a:p>
            <a:pPr/>
            <a:r>
              <a:t>No schema validation in app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Unit tests validate basic endpoint behavior and one record payload.</a:t>
            </a:r>
          </a:p>
          <a:p>
            <a:pPr/>
            <a:r>
              <a:t>Current observed status: 4 passed, 0 failed.</a:t>
            </a:r>
          </a:p>
          <a:p>
            <a:pPr/>
            <a:r>
              <a:t>Coverage is smoke-level; expansion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Dockerfile builds from python:3.6 and runs app on port 8080.</a:t>
            </a:r>
          </a:p>
          <a:p>
            <a:pPr/>
            <a:r>
              <a:t>Includes healthcheck using curl.</a:t>
            </a:r>
          </a:p>
          <a:p>
            <a:pPr/>
            <a:r>
              <a:t>Runtime version is legacy and should be updated.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 active: pipeline.yml runs lint and unit tests on push.</a:t>
            </a:r>
          </a:p>
          <a:p>
            <a:pPr/>
            <a:r>
              <a:t>GCP CD exists in gcloud.txt but not active as workflow.</a:t>
            </a:r>
          </a:p>
          <a:p>
            <a:pPr/>
            <a:r>
              <a:t>AWS CD workflow has been added as aws-cd.yml.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Deployment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GitHub Actions -&gt; OIDC role -&gt; ECR push -&gt; App Runner deployment.</a:t>
            </a:r>
          </a:p>
          <a:p>
            <a:pPr/>
            <a:r>
              <a:t>Smoke test validates deployed URL.</a:t>
            </a:r>
          </a:p>
          <a:p>
            <a:pPr/>
            <a:r>
              <a:t>Required secrets: AWS_ROLE_TO_ASSUME, AWS_REGION, ECR_REPOSITORY, APPRUNNER_SERVICE_ARN, APP_URL.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 3.6 end-of-life runtime risk.</a:t>
            </a:r>
          </a:p>
          <a:p>
            <a:pPr/>
            <a:r>
              <a:t>Unpinned dependencies and limited observability.</a:t>
            </a:r>
          </a:p>
          <a:p>
            <a:pPr/>
            <a:r>
              <a:t>Port mismatch in Makefile run target vs app runtime 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runtime upgrade, dependency pinning, port mapping fix.</a:t>
            </a:r>
          </a:p>
          <a:p>
            <a:pPr/>
            <a:r>
              <a:t>Phase 2: expand tests and contract validation.</a:t>
            </a:r>
          </a:p>
          <a:p>
            <a:pPr/>
            <a:r>
              <a:t>Phase 3: observability, release controls, rollback strategy.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Clean and functional as a learning template.</a:t>
            </a:r>
          </a:p>
          <a:p>
            <a:pPr/>
            <a:r>
              <a:t>With modernization, can serve as a reliable AWS microservice starter.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